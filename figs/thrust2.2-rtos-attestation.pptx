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8412163" cy="5486400"/>
  <p:notesSz cx="6858000" cy="9144000"/>
  <p:defaultTextStyle>
    <a:defPPr>
      <a:defRPr lang="en-US"/>
    </a:defPPr>
    <a:lvl1pPr marL="0" algn="l" defTabSz="493808" rtl="0" eaLnBrk="1" latinLnBrk="0" hangingPunct="1">
      <a:defRPr sz="1944" kern="1200">
        <a:solidFill>
          <a:schemeClr val="tx1"/>
        </a:solidFill>
        <a:latin typeface="+mn-lt"/>
        <a:ea typeface="+mn-ea"/>
        <a:cs typeface="+mn-cs"/>
      </a:defRPr>
    </a:lvl1pPr>
    <a:lvl2pPr marL="493808" algn="l" defTabSz="493808" rtl="0" eaLnBrk="1" latinLnBrk="0" hangingPunct="1">
      <a:defRPr sz="1944" kern="1200">
        <a:solidFill>
          <a:schemeClr val="tx1"/>
        </a:solidFill>
        <a:latin typeface="+mn-lt"/>
        <a:ea typeface="+mn-ea"/>
        <a:cs typeface="+mn-cs"/>
      </a:defRPr>
    </a:lvl2pPr>
    <a:lvl3pPr marL="987616" algn="l" defTabSz="493808" rtl="0" eaLnBrk="1" latinLnBrk="0" hangingPunct="1">
      <a:defRPr sz="1944" kern="1200">
        <a:solidFill>
          <a:schemeClr val="tx1"/>
        </a:solidFill>
        <a:latin typeface="+mn-lt"/>
        <a:ea typeface="+mn-ea"/>
        <a:cs typeface="+mn-cs"/>
      </a:defRPr>
    </a:lvl3pPr>
    <a:lvl4pPr marL="1481424" algn="l" defTabSz="493808" rtl="0" eaLnBrk="1" latinLnBrk="0" hangingPunct="1">
      <a:defRPr sz="1944" kern="1200">
        <a:solidFill>
          <a:schemeClr val="tx1"/>
        </a:solidFill>
        <a:latin typeface="+mn-lt"/>
        <a:ea typeface="+mn-ea"/>
        <a:cs typeface="+mn-cs"/>
      </a:defRPr>
    </a:lvl4pPr>
    <a:lvl5pPr marL="1975231" algn="l" defTabSz="493808" rtl="0" eaLnBrk="1" latinLnBrk="0" hangingPunct="1">
      <a:defRPr sz="1944" kern="1200">
        <a:solidFill>
          <a:schemeClr val="tx1"/>
        </a:solidFill>
        <a:latin typeface="+mn-lt"/>
        <a:ea typeface="+mn-ea"/>
        <a:cs typeface="+mn-cs"/>
      </a:defRPr>
    </a:lvl5pPr>
    <a:lvl6pPr marL="2469040" algn="l" defTabSz="493808" rtl="0" eaLnBrk="1" latinLnBrk="0" hangingPunct="1">
      <a:defRPr sz="1944" kern="1200">
        <a:solidFill>
          <a:schemeClr val="tx1"/>
        </a:solidFill>
        <a:latin typeface="+mn-lt"/>
        <a:ea typeface="+mn-ea"/>
        <a:cs typeface="+mn-cs"/>
      </a:defRPr>
    </a:lvl6pPr>
    <a:lvl7pPr marL="2962847" algn="l" defTabSz="493808" rtl="0" eaLnBrk="1" latinLnBrk="0" hangingPunct="1">
      <a:defRPr sz="1944" kern="1200">
        <a:solidFill>
          <a:schemeClr val="tx1"/>
        </a:solidFill>
        <a:latin typeface="+mn-lt"/>
        <a:ea typeface="+mn-ea"/>
        <a:cs typeface="+mn-cs"/>
      </a:defRPr>
    </a:lvl7pPr>
    <a:lvl8pPr marL="3456656" algn="l" defTabSz="493808" rtl="0" eaLnBrk="1" latinLnBrk="0" hangingPunct="1">
      <a:defRPr sz="1944" kern="1200">
        <a:solidFill>
          <a:schemeClr val="tx1"/>
        </a:solidFill>
        <a:latin typeface="+mn-lt"/>
        <a:ea typeface="+mn-ea"/>
        <a:cs typeface="+mn-cs"/>
      </a:defRPr>
    </a:lvl8pPr>
    <a:lvl9pPr marL="3950463" algn="l" defTabSz="493808" rtl="0" eaLnBrk="1" latinLnBrk="0" hangingPunct="1">
      <a:defRPr sz="194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62" userDrawn="1">
          <p15:clr>
            <a:srgbClr val="A4A3A4"/>
          </p15:clr>
        </p15:guide>
        <p15:guide id="2" pos="44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0"/>
    <p:restoredTop sz="94617"/>
  </p:normalViewPr>
  <p:slideViewPr>
    <p:cSldViewPr snapToGrid="0" snapToObjects="1">
      <p:cViewPr varScale="1">
        <p:scale>
          <a:sx n="153" d="100"/>
          <a:sy n="153" d="100"/>
        </p:scale>
        <p:origin x="824" y="176"/>
      </p:cViewPr>
      <p:guideLst>
        <p:guide orient="horz" pos="1862"/>
        <p:guide pos="441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8EC97-77C3-494D-BB25-0644EDFE268B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63625" y="1143000"/>
            <a:ext cx="4730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32B03-0D8E-3D4D-89E5-E4A3E950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7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87616" rtl="0" eaLnBrk="1" latinLnBrk="0" hangingPunct="1">
      <a:defRPr sz="1296" kern="1200">
        <a:solidFill>
          <a:schemeClr val="tx1"/>
        </a:solidFill>
        <a:latin typeface="+mn-lt"/>
        <a:ea typeface="+mn-ea"/>
        <a:cs typeface="+mn-cs"/>
      </a:defRPr>
    </a:lvl1pPr>
    <a:lvl2pPr marL="493808" algn="l" defTabSz="987616" rtl="0" eaLnBrk="1" latinLnBrk="0" hangingPunct="1">
      <a:defRPr sz="1296" kern="1200">
        <a:solidFill>
          <a:schemeClr val="tx1"/>
        </a:solidFill>
        <a:latin typeface="+mn-lt"/>
        <a:ea typeface="+mn-ea"/>
        <a:cs typeface="+mn-cs"/>
      </a:defRPr>
    </a:lvl2pPr>
    <a:lvl3pPr marL="987616" algn="l" defTabSz="987616" rtl="0" eaLnBrk="1" latinLnBrk="0" hangingPunct="1">
      <a:defRPr sz="1296" kern="1200">
        <a:solidFill>
          <a:schemeClr val="tx1"/>
        </a:solidFill>
        <a:latin typeface="+mn-lt"/>
        <a:ea typeface="+mn-ea"/>
        <a:cs typeface="+mn-cs"/>
      </a:defRPr>
    </a:lvl3pPr>
    <a:lvl4pPr marL="1481424" algn="l" defTabSz="987616" rtl="0" eaLnBrk="1" latinLnBrk="0" hangingPunct="1">
      <a:defRPr sz="1296" kern="1200">
        <a:solidFill>
          <a:schemeClr val="tx1"/>
        </a:solidFill>
        <a:latin typeface="+mn-lt"/>
        <a:ea typeface="+mn-ea"/>
        <a:cs typeface="+mn-cs"/>
      </a:defRPr>
    </a:lvl4pPr>
    <a:lvl5pPr marL="1975231" algn="l" defTabSz="987616" rtl="0" eaLnBrk="1" latinLnBrk="0" hangingPunct="1">
      <a:defRPr sz="1296" kern="1200">
        <a:solidFill>
          <a:schemeClr val="tx1"/>
        </a:solidFill>
        <a:latin typeface="+mn-lt"/>
        <a:ea typeface="+mn-ea"/>
        <a:cs typeface="+mn-cs"/>
      </a:defRPr>
    </a:lvl5pPr>
    <a:lvl6pPr marL="2469040" algn="l" defTabSz="987616" rtl="0" eaLnBrk="1" latinLnBrk="0" hangingPunct="1">
      <a:defRPr sz="1296" kern="1200">
        <a:solidFill>
          <a:schemeClr val="tx1"/>
        </a:solidFill>
        <a:latin typeface="+mn-lt"/>
        <a:ea typeface="+mn-ea"/>
        <a:cs typeface="+mn-cs"/>
      </a:defRPr>
    </a:lvl6pPr>
    <a:lvl7pPr marL="2962847" algn="l" defTabSz="987616" rtl="0" eaLnBrk="1" latinLnBrk="0" hangingPunct="1">
      <a:defRPr sz="1296" kern="1200">
        <a:solidFill>
          <a:schemeClr val="tx1"/>
        </a:solidFill>
        <a:latin typeface="+mn-lt"/>
        <a:ea typeface="+mn-ea"/>
        <a:cs typeface="+mn-cs"/>
      </a:defRPr>
    </a:lvl7pPr>
    <a:lvl8pPr marL="3456656" algn="l" defTabSz="987616" rtl="0" eaLnBrk="1" latinLnBrk="0" hangingPunct="1">
      <a:defRPr sz="1296" kern="1200">
        <a:solidFill>
          <a:schemeClr val="tx1"/>
        </a:solidFill>
        <a:latin typeface="+mn-lt"/>
        <a:ea typeface="+mn-ea"/>
        <a:cs typeface="+mn-cs"/>
      </a:defRPr>
    </a:lvl8pPr>
    <a:lvl9pPr marL="3950463" algn="l" defTabSz="987616" rtl="0" eaLnBrk="1" latinLnBrk="0" hangingPunct="1">
      <a:defRPr sz="129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063625" y="1143000"/>
            <a:ext cx="47307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32B03-0D8E-3D4D-89E5-E4A3E950AFB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639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21" y="1836558"/>
            <a:ext cx="11917231" cy="12672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03041" y="3350143"/>
            <a:ext cx="9814190" cy="151084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7505" y="3799015"/>
            <a:ext cx="11917231" cy="1174191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7505" y="2505762"/>
            <a:ext cx="11917231" cy="1293252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1014" y="1379470"/>
            <a:ext cx="6192287" cy="390165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26972" y="1379470"/>
            <a:ext cx="6192287" cy="390165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014" y="1323360"/>
            <a:ext cx="6194723" cy="55151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1014" y="1874877"/>
            <a:ext cx="6194723" cy="34062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122103" y="1323360"/>
            <a:ext cx="6197156" cy="55151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22103" y="1874877"/>
            <a:ext cx="6197156" cy="34062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015" y="235387"/>
            <a:ext cx="4612573" cy="100175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1539" y="235386"/>
            <a:ext cx="7837721" cy="50457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1015" y="1237144"/>
            <a:ext cx="4612573" cy="404397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8073" y="4138407"/>
            <a:ext cx="8412163" cy="48856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48073" y="528249"/>
            <a:ext cx="8412163" cy="354720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48073" y="4626973"/>
            <a:ext cx="8412163" cy="6938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64698" y="236757"/>
            <a:ext cx="3154561" cy="504436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1014" y="236757"/>
            <a:ext cx="9230012" cy="504436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1014" y="236755"/>
            <a:ext cx="12618245" cy="9853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014" y="1379470"/>
            <a:ext cx="12618245" cy="3901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1013" y="5479557"/>
            <a:ext cx="3271397" cy="314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90260" y="5479557"/>
            <a:ext cx="4439753" cy="314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47862" y="5479557"/>
            <a:ext cx="3271397" cy="314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359">
            <a:extLst>
              <a:ext uri="{FF2B5EF4-FFF2-40B4-BE49-F238E27FC236}">
                <a16:creationId xmlns:a16="http://schemas.microsoft.com/office/drawing/2014/main" id="{13C716C9-DA29-5D2C-CE5B-53A6CA84A83C}"/>
              </a:ext>
            </a:extLst>
          </p:cNvPr>
          <p:cNvSpPr/>
          <p:nvPr/>
        </p:nvSpPr>
        <p:spPr>
          <a:xfrm>
            <a:off x="57990" y="42377"/>
            <a:ext cx="4809328" cy="51081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2860">
            <a:solidFill>
              <a:srgbClr val="5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TextBox 360">
            <a:extLst>
              <a:ext uri="{FF2B5EF4-FFF2-40B4-BE49-F238E27FC236}">
                <a16:creationId xmlns:a16="http://schemas.microsoft.com/office/drawing/2014/main" id="{C79D7B15-F5B4-A261-C735-0AE45AB182E9}"/>
              </a:ext>
            </a:extLst>
          </p:cNvPr>
          <p:cNvSpPr txBox="1"/>
          <p:nvPr/>
        </p:nvSpPr>
        <p:spPr>
          <a:xfrm>
            <a:off x="-33989" y="71481"/>
            <a:ext cx="52046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91919"/>
                </a:solidFill>
              </a:defRPr>
            </a:pPr>
            <a:r>
              <a:rPr sz="2200" dirty="0"/>
              <a:t>Normal World (user + RTOS kernel)</a:t>
            </a: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91711A59-54CA-7B7F-5B9C-F220E01F0C1B}"/>
              </a:ext>
            </a:extLst>
          </p:cNvPr>
          <p:cNvSpPr/>
          <p:nvPr/>
        </p:nvSpPr>
        <p:spPr>
          <a:xfrm>
            <a:off x="286590" y="487465"/>
            <a:ext cx="2011680" cy="894382"/>
          </a:xfrm>
          <a:prstGeom prst="rect">
            <a:avLst/>
          </a:prstGeom>
          <a:solidFill>
            <a:srgbClr val="B4DCFF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i="1" dirty="0">
                <a:solidFill>
                  <a:schemeClr val="tx1"/>
                </a:solidFill>
              </a:rPr>
              <a:t>Schedule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dirty="0">
                <a:solidFill>
                  <a:schemeClr val="tx1"/>
                </a:solidFill>
              </a:rPr>
              <a:t>Task A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AF6E41D8-FD02-C7E8-D401-3F923E542F30}"/>
              </a:ext>
            </a:extLst>
          </p:cNvPr>
          <p:cNvSpPr txBox="1"/>
          <p:nvPr/>
        </p:nvSpPr>
        <p:spPr>
          <a:xfrm>
            <a:off x="57990" y="3801289"/>
            <a:ext cx="93326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rPr lang="en-US" dirty="0"/>
              <a:t>Unprivileged</a:t>
            </a:r>
            <a:endParaRPr dirty="0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0A6FF623-D91B-D363-9135-FA4026EC8009}"/>
              </a:ext>
            </a:extLst>
          </p:cNvPr>
          <p:cNvSpPr/>
          <p:nvPr/>
        </p:nvSpPr>
        <p:spPr>
          <a:xfrm>
            <a:off x="2586306" y="1648289"/>
            <a:ext cx="2011680" cy="8943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sz="1900" dirty="0">
                <a:solidFill>
                  <a:schemeClr val="tx1"/>
                </a:solidFill>
              </a:rPr>
              <a:t>ISR </a:t>
            </a:r>
          </a:p>
          <a:p>
            <a:pPr algn="ctr">
              <a:defRPr sz="1900" b="1"/>
            </a:pPr>
            <a:r>
              <a:rPr lang="en-US" sz="1900" dirty="0">
                <a:solidFill>
                  <a:schemeClr val="tx1"/>
                </a:solidFill>
              </a:rPr>
              <a:t>PA key K</a:t>
            </a:r>
            <a:r>
              <a:rPr lang="en-US" sz="1900" baseline="-25000" dirty="0">
                <a:solidFill>
                  <a:schemeClr val="tx1"/>
                </a:solidFill>
              </a:rPr>
              <a:t>ISR</a:t>
            </a:r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F455FF77-E692-FC0C-EDFD-210AFFC619E5}"/>
              </a:ext>
            </a:extLst>
          </p:cNvPr>
          <p:cNvSpPr/>
          <p:nvPr/>
        </p:nvSpPr>
        <p:spPr>
          <a:xfrm>
            <a:off x="286590" y="1648289"/>
            <a:ext cx="2011680" cy="894382"/>
          </a:xfrm>
          <a:prstGeom prst="rect">
            <a:avLst/>
          </a:prstGeom>
          <a:solidFill>
            <a:srgbClr val="B4DCFF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i="1" dirty="0">
                <a:solidFill>
                  <a:schemeClr val="tx1"/>
                </a:solidFill>
              </a:rPr>
              <a:t>Resume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dirty="0">
                <a:solidFill>
                  <a:schemeClr val="tx1"/>
                </a:solidFill>
              </a:rPr>
              <a:t>Task A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6FDE7D49-57AE-E00E-6034-148C4E3FED7B}"/>
              </a:ext>
            </a:extLst>
          </p:cNvPr>
          <p:cNvSpPr/>
          <p:nvPr/>
        </p:nvSpPr>
        <p:spPr>
          <a:xfrm>
            <a:off x="286590" y="2809113"/>
            <a:ext cx="2011680" cy="8943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i="1" dirty="0">
                <a:solidFill>
                  <a:schemeClr val="tx1"/>
                </a:solidFill>
              </a:rPr>
              <a:t>Schedule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dirty="0">
                <a:solidFill>
                  <a:schemeClr val="tx1"/>
                </a:solidFill>
              </a:rPr>
              <a:t>Task </a:t>
            </a:r>
            <a:r>
              <a:rPr lang="en-US" dirty="0">
                <a:solidFill>
                  <a:schemeClr val="tx1"/>
                </a:solidFill>
              </a:rPr>
              <a:t>B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endParaRPr baseline="-25000" dirty="0">
              <a:solidFill>
                <a:schemeClr val="tx1"/>
              </a:solidFill>
            </a:endParaRPr>
          </a:p>
        </p:txBody>
      </p: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33F18850-48A4-A6B7-26D7-97C14E6027AD}"/>
              </a:ext>
            </a:extLst>
          </p:cNvPr>
          <p:cNvCxnSpPr>
            <a:cxnSpLocks/>
          </p:cNvCxnSpPr>
          <p:nvPr/>
        </p:nvCxnSpPr>
        <p:spPr>
          <a:xfrm>
            <a:off x="57990" y="4065737"/>
            <a:ext cx="480932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8" name="Rectangle 367">
            <a:extLst>
              <a:ext uri="{FF2B5EF4-FFF2-40B4-BE49-F238E27FC236}">
                <a16:creationId xmlns:a16="http://schemas.microsoft.com/office/drawing/2014/main" id="{63C54FA1-D07B-1F97-83BF-D7EFE3144EE7}"/>
              </a:ext>
            </a:extLst>
          </p:cNvPr>
          <p:cNvSpPr/>
          <p:nvPr/>
        </p:nvSpPr>
        <p:spPr>
          <a:xfrm>
            <a:off x="286590" y="4283186"/>
            <a:ext cx="4311396" cy="75586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sz="1900" dirty="0">
                <a:solidFill>
                  <a:schemeClr val="tx1"/>
                </a:solidFill>
              </a:rPr>
              <a:t>RTOS Task scheduler</a:t>
            </a:r>
            <a:endParaRPr lang="en-US" sz="1900" baseline="-25000" dirty="0">
              <a:solidFill>
                <a:schemeClr val="tx1"/>
              </a:solidFill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EE41DB5F-18C0-CB4A-5E4B-CC57E7B4FD7D}"/>
              </a:ext>
            </a:extLst>
          </p:cNvPr>
          <p:cNvSpPr txBox="1"/>
          <p:nvPr/>
        </p:nvSpPr>
        <p:spPr>
          <a:xfrm>
            <a:off x="2691167" y="509778"/>
            <a:ext cx="24867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HW/SW IRQs</a:t>
            </a: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8F8F0DCD-6F7F-D2CE-9F4F-6FCFD1A5BE46}"/>
              </a:ext>
            </a:extLst>
          </p:cNvPr>
          <p:cNvSpPr txBox="1"/>
          <p:nvPr/>
        </p:nvSpPr>
        <p:spPr>
          <a:xfrm>
            <a:off x="2298270" y="2644308"/>
            <a:ext cx="2486722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900" b="1"/>
            </a:pPr>
            <a:r>
              <a:rPr lang="en-US" dirty="0"/>
              <a:t>Scheduler IRQ</a:t>
            </a:r>
            <a:endParaRPr lang="en-US" baseline="-250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41E5155-B4C4-E2D5-5CF9-6559A078BFF1}"/>
              </a:ext>
            </a:extLst>
          </p:cNvPr>
          <p:cNvSpPr txBox="1"/>
          <p:nvPr/>
        </p:nvSpPr>
        <p:spPr>
          <a:xfrm>
            <a:off x="57990" y="4029888"/>
            <a:ext cx="76655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rPr lang="en-US" dirty="0"/>
              <a:t>Privileged</a:t>
            </a:r>
            <a:endParaRPr dirty="0"/>
          </a:p>
        </p:txBody>
      </p: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94AEA157-0261-E9AD-E8EA-80C8695EA9FE}"/>
              </a:ext>
            </a:extLst>
          </p:cNvPr>
          <p:cNvCxnSpPr>
            <a:stCxn id="366" idx="2"/>
          </p:cNvCxnSpPr>
          <p:nvPr/>
        </p:nvCxnSpPr>
        <p:spPr>
          <a:xfrm flipH="1">
            <a:off x="1292429" y="3703495"/>
            <a:ext cx="1" cy="58800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Rectangle 373">
            <a:extLst>
              <a:ext uri="{FF2B5EF4-FFF2-40B4-BE49-F238E27FC236}">
                <a16:creationId xmlns:a16="http://schemas.microsoft.com/office/drawing/2014/main" id="{81149021-E471-4B8C-6008-CC0F9C5D635B}"/>
              </a:ext>
            </a:extLst>
          </p:cNvPr>
          <p:cNvSpPr/>
          <p:nvPr/>
        </p:nvSpPr>
        <p:spPr>
          <a:xfrm>
            <a:off x="5101688" y="42377"/>
            <a:ext cx="3231292" cy="510812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2860">
            <a:solidFill>
              <a:srgbClr val="5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EF57A18E-875C-98C6-1EDC-B6449A8E1AB8}"/>
              </a:ext>
            </a:extLst>
          </p:cNvPr>
          <p:cNvSpPr txBox="1"/>
          <p:nvPr/>
        </p:nvSpPr>
        <p:spPr>
          <a:xfrm>
            <a:off x="5315789" y="71481"/>
            <a:ext cx="28702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91919"/>
                </a:solidFill>
              </a:defRPr>
            </a:pPr>
            <a:r>
              <a:rPr sz="2200" dirty="0"/>
              <a:t>Secure World</a:t>
            </a: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71356930-4BD1-AC1D-6DA0-7CDD3B557CF4}"/>
              </a:ext>
            </a:extLst>
          </p:cNvPr>
          <p:cNvSpPr/>
          <p:nvPr/>
        </p:nvSpPr>
        <p:spPr>
          <a:xfrm>
            <a:off x="5813575" y="775432"/>
            <a:ext cx="2372477" cy="894382"/>
          </a:xfrm>
          <a:prstGeom prst="rect">
            <a:avLst/>
          </a:prstGeom>
          <a:noFill/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dirty="0">
                <a:solidFill>
                  <a:schemeClr val="tx1"/>
                </a:solidFill>
              </a:rPr>
              <a:t>IRQ routing </a:t>
            </a:r>
            <a:r>
              <a:rPr lang="en-US" dirty="0" err="1">
                <a:solidFill>
                  <a:schemeClr val="tx1"/>
                </a:solidFill>
              </a:rPr>
              <a:t>TrustZone</a:t>
            </a:r>
            <a:r>
              <a:rPr lang="en-US" dirty="0">
                <a:solidFill>
                  <a:schemeClr val="tx1"/>
                </a:solidFill>
              </a:rPr>
              <a:t>-Protected VNIC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06AEE3F2-73AE-D97C-9ABD-9B0A1A133387}"/>
              </a:ext>
            </a:extLst>
          </p:cNvPr>
          <p:cNvSpPr/>
          <p:nvPr/>
        </p:nvSpPr>
        <p:spPr>
          <a:xfrm>
            <a:off x="5817497" y="1669814"/>
            <a:ext cx="2368556" cy="558724"/>
          </a:xfrm>
          <a:prstGeom prst="rect">
            <a:avLst/>
          </a:prstGeom>
          <a:noFill/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dirty="0">
                <a:solidFill>
                  <a:schemeClr val="tx1"/>
                </a:solidFill>
              </a:rPr>
              <a:t>Task Context Switch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A9DCE8DC-361D-9C46-748A-DC502C507001}"/>
              </a:ext>
            </a:extLst>
          </p:cNvPr>
          <p:cNvSpPr/>
          <p:nvPr/>
        </p:nvSpPr>
        <p:spPr>
          <a:xfrm>
            <a:off x="5813575" y="2228538"/>
            <a:ext cx="2365602" cy="558724"/>
          </a:xfrm>
          <a:prstGeom prst="rect">
            <a:avLst/>
          </a:prstGeom>
          <a:noFill/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dirty="0">
                <a:solidFill>
                  <a:schemeClr val="tx1"/>
                </a:solidFill>
              </a:rPr>
              <a:t>Load PA Keys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3412531B-726F-FD73-9ACB-711985F51179}"/>
              </a:ext>
            </a:extLst>
          </p:cNvPr>
          <p:cNvSpPr/>
          <p:nvPr/>
        </p:nvSpPr>
        <p:spPr>
          <a:xfrm>
            <a:off x="5817498" y="2782802"/>
            <a:ext cx="2365601" cy="558724"/>
          </a:xfrm>
          <a:prstGeom prst="rect">
            <a:avLst/>
          </a:prstGeom>
          <a:noFill/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dirty="0">
                <a:solidFill>
                  <a:schemeClr val="tx1"/>
                </a:solidFill>
              </a:rPr>
              <a:t>ITL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C5DF5238-F067-69E3-5671-5590D7ADF7F6}"/>
              </a:ext>
            </a:extLst>
          </p:cNvPr>
          <p:cNvSpPr/>
          <p:nvPr/>
        </p:nvSpPr>
        <p:spPr>
          <a:xfrm>
            <a:off x="5817498" y="3339639"/>
            <a:ext cx="2365601" cy="558724"/>
          </a:xfrm>
          <a:prstGeom prst="rect">
            <a:avLst/>
          </a:prstGeom>
          <a:noFill/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dirty="0">
                <a:solidFill>
                  <a:schemeClr val="tx1"/>
                </a:solidFill>
              </a:rPr>
              <a:t>Trace record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81" name="Rectangle 380">
            <a:extLst>
              <a:ext uri="{FF2B5EF4-FFF2-40B4-BE49-F238E27FC236}">
                <a16:creationId xmlns:a16="http://schemas.microsoft.com/office/drawing/2014/main" id="{CBDFA0A6-BEF0-358D-953B-5A000449C051}"/>
              </a:ext>
            </a:extLst>
          </p:cNvPr>
          <p:cNvSpPr/>
          <p:nvPr/>
        </p:nvSpPr>
        <p:spPr>
          <a:xfrm rot="16200000">
            <a:off x="3973100" y="2053964"/>
            <a:ext cx="3130074" cy="558724"/>
          </a:xfrm>
          <a:prstGeom prst="rect">
            <a:avLst/>
          </a:prstGeom>
          <a:noFill/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dirty="0">
                <a:solidFill>
                  <a:schemeClr val="tx1"/>
                </a:solidFill>
              </a:rPr>
              <a:t>Attestation Engine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cxnSp>
        <p:nvCxnSpPr>
          <p:cNvPr id="382" name="Elbow Connector 381">
            <a:extLst>
              <a:ext uri="{FF2B5EF4-FFF2-40B4-BE49-F238E27FC236}">
                <a16:creationId xmlns:a16="http://schemas.microsoft.com/office/drawing/2014/main" id="{C150AF71-31A4-E4AC-1B5D-4F6368F5F6AB}"/>
              </a:ext>
            </a:extLst>
          </p:cNvPr>
          <p:cNvCxnSpPr>
            <a:cxnSpLocks/>
          </p:cNvCxnSpPr>
          <p:nvPr/>
        </p:nvCxnSpPr>
        <p:spPr>
          <a:xfrm flipV="1">
            <a:off x="3592145" y="1403687"/>
            <a:ext cx="1673591" cy="244602"/>
          </a:xfrm>
          <a:prstGeom prst="bentConnector3">
            <a:avLst>
              <a:gd name="adj1" fmla="val 1360"/>
            </a:avLst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Elbow Connector 382">
            <a:extLst>
              <a:ext uri="{FF2B5EF4-FFF2-40B4-BE49-F238E27FC236}">
                <a16:creationId xmlns:a16="http://schemas.microsoft.com/office/drawing/2014/main" id="{E2B26B3C-759A-226C-19A8-CAB878BAB7E6}"/>
              </a:ext>
            </a:extLst>
          </p:cNvPr>
          <p:cNvCxnSpPr>
            <a:cxnSpLocks/>
          </p:cNvCxnSpPr>
          <p:nvPr/>
        </p:nvCxnSpPr>
        <p:spPr>
          <a:xfrm rot="10800000" flipV="1">
            <a:off x="4597989" y="1755796"/>
            <a:ext cx="660787" cy="339682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Elbow Connector 383">
            <a:extLst>
              <a:ext uri="{FF2B5EF4-FFF2-40B4-BE49-F238E27FC236}">
                <a16:creationId xmlns:a16="http://schemas.microsoft.com/office/drawing/2014/main" id="{CEE6E1C1-EC95-FFCF-086C-907E8401C2F1}"/>
              </a:ext>
            </a:extLst>
          </p:cNvPr>
          <p:cNvCxnSpPr>
            <a:cxnSpLocks/>
          </p:cNvCxnSpPr>
          <p:nvPr/>
        </p:nvCxnSpPr>
        <p:spPr>
          <a:xfrm>
            <a:off x="1292430" y="2542670"/>
            <a:ext cx="3803490" cy="93521"/>
          </a:xfrm>
          <a:prstGeom prst="bentConnector3">
            <a:avLst>
              <a:gd name="adj1" fmla="val 452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Connector 384">
            <a:extLst>
              <a:ext uri="{FF2B5EF4-FFF2-40B4-BE49-F238E27FC236}">
                <a16:creationId xmlns:a16="http://schemas.microsoft.com/office/drawing/2014/main" id="{DE552347-B917-7AFB-127E-BEC95F0DA383}"/>
              </a:ext>
            </a:extLst>
          </p:cNvPr>
          <p:cNvCxnSpPr>
            <a:cxnSpLocks/>
          </p:cNvCxnSpPr>
          <p:nvPr/>
        </p:nvCxnSpPr>
        <p:spPr>
          <a:xfrm>
            <a:off x="2298270" y="934656"/>
            <a:ext cx="2967466" cy="0"/>
          </a:xfrm>
          <a:prstGeom prst="line">
            <a:avLst/>
          </a:prstGeom>
          <a:ln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TextBox 385">
            <a:extLst>
              <a:ext uri="{FF2B5EF4-FFF2-40B4-BE49-F238E27FC236}">
                <a16:creationId xmlns:a16="http://schemas.microsoft.com/office/drawing/2014/main" id="{30D2AFD7-1D46-338F-8253-E6801B4CEECE}"/>
              </a:ext>
            </a:extLst>
          </p:cNvPr>
          <p:cNvSpPr txBox="1"/>
          <p:nvPr/>
        </p:nvSpPr>
        <p:spPr>
          <a:xfrm>
            <a:off x="3313930" y="971698"/>
            <a:ext cx="164948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ISR returns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</TotalTime>
  <Words>68</Words>
  <Application>Microsoft Macintosh PowerPoint</Application>
  <PresentationFormat>Custom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Armanuzzaman, MD</cp:lastModifiedBy>
  <cp:revision>4</cp:revision>
  <dcterms:created xsi:type="dcterms:W3CDTF">2013-01-27T09:14:16Z</dcterms:created>
  <dcterms:modified xsi:type="dcterms:W3CDTF">2026-09-01T23:55:04Z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2026-09-01T16:39:16Z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0ba5f433-31fd-499e-b2b4-4e9fe9aefcb3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50, 3, 0, 1</vt:lpwstr>
  </property>
</Properties>
</file>