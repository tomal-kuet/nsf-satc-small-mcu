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8321675" cy="4435475"/>
  <p:notesSz cx="6858000" cy="9144000"/>
  <p:defaultTextStyle>
    <a:defPPr>
      <a:defRPr lang="en-US"/>
    </a:defPPr>
    <a:lvl1pPr marL="0" algn="l" defTabSz="458056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1pPr>
    <a:lvl2pPr marL="458056" algn="l" defTabSz="458056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2pPr>
    <a:lvl3pPr marL="916113" algn="l" defTabSz="458056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3pPr>
    <a:lvl4pPr marL="1374169" algn="l" defTabSz="458056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4pPr>
    <a:lvl5pPr marL="1832224" algn="l" defTabSz="458056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5pPr>
    <a:lvl6pPr marL="2290282" algn="l" defTabSz="458056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6pPr>
    <a:lvl7pPr marL="2748337" algn="l" defTabSz="458056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7pPr>
    <a:lvl8pPr marL="3206394" algn="l" defTabSz="458056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8pPr>
    <a:lvl9pPr marL="3664449" algn="l" defTabSz="458056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06" userDrawn="1">
          <p15:clr>
            <a:srgbClr val="A4A3A4"/>
          </p15:clr>
        </p15:guide>
        <p15:guide id="2" pos="4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F2E7"/>
    <a:srgbClr val="A1DBC9"/>
    <a:srgbClr val="DBBBD5"/>
    <a:srgbClr val="BFB954"/>
    <a:srgbClr val="D2D558"/>
    <a:srgbClr val="82DBBB"/>
    <a:srgbClr val="91F2CF"/>
    <a:srgbClr val="E0260D"/>
    <a:srgbClr val="EE8F21"/>
    <a:srgbClr val="26D0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38"/>
    <p:restoredTop sz="94625"/>
  </p:normalViewPr>
  <p:slideViewPr>
    <p:cSldViewPr snapToGrid="0" snapToObjects="1">
      <p:cViewPr varScale="1">
        <p:scale>
          <a:sx n="173" d="100"/>
          <a:sy n="173" d="100"/>
        </p:scale>
        <p:origin x="1048" y="184"/>
      </p:cViewPr>
      <p:guideLst>
        <p:guide orient="horz" pos="1506"/>
        <p:guide pos="4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8EC97-77C3-494D-BB25-0644EDFE268B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1143000"/>
            <a:ext cx="5791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32B03-0D8E-3D4D-89E5-E4A3E950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76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6113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1pPr>
    <a:lvl2pPr marL="458056" algn="l" defTabSz="916113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2pPr>
    <a:lvl3pPr marL="916113" algn="l" defTabSz="916113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3pPr>
    <a:lvl4pPr marL="1374169" algn="l" defTabSz="916113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4pPr>
    <a:lvl5pPr marL="1832224" algn="l" defTabSz="916113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5pPr>
    <a:lvl6pPr marL="2290282" algn="l" defTabSz="916113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6pPr>
    <a:lvl7pPr marL="2748337" algn="l" defTabSz="916113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7pPr>
    <a:lvl8pPr marL="3206394" algn="l" defTabSz="916113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8pPr>
    <a:lvl9pPr marL="3664449" algn="l" defTabSz="916113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1143000"/>
            <a:ext cx="57912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32B03-0D8E-3D4D-89E5-E4A3E950AF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39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210" y="1484764"/>
            <a:ext cx="11789040" cy="10245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80420" y="2708421"/>
            <a:ext cx="9708621" cy="122144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592" y="3071311"/>
            <a:ext cx="11789040" cy="9492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592" y="2025782"/>
            <a:ext cx="11789040" cy="104552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474" y="1115232"/>
            <a:ext cx="6125678" cy="3154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50309" y="1115232"/>
            <a:ext cx="6125678" cy="3154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474" y="1069869"/>
            <a:ext cx="6128088" cy="4458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474" y="1515744"/>
            <a:ext cx="6128088" cy="275377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45492" y="1069869"/>
            <a:ext cx="6130494" cy="4458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45492" y="1515744"/>
            <a:ext cx="6130494" cy="275377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475" y="190298"/>
            <a:ext cx="4562956" cy="80987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2576" y="190299"/>
            <a:ext cx="7753412" cy="40792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475" y="1000168"/>
            <a:ext cx="4562956" cy="32693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8515" y="3345691"/>
            <a:ext cx="8321675" cy="39497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18515" y="427063"/>
            <a:ext cx="8321675" cy="286773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18515" y="3740673"/>
            <a:ext cx="8321675" cy="560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5359" y="191407"/>
            <a:ext cx="3120628" cy="407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474" y="191407"/>
            <a:ext cx="9130727" cy="4078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474" y="191405"/>
            <a:ext cx="12482513" cy="796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474" y="1115232"/>
            <a:ext cx="12482513" cy="3154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475" y="4429944"/>
            <a:ext cx="3236207" cy="254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38735" y="4429944"/>
            <a:ext cx="4391995" cy="254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9782" y="4429944"/>
            <a:ext cx="3236207" cy="254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Rectangle 737">
            <a:extLst>
              <a:ext uri="{FF2B5EF4-FFF2-40B4-BE49-F238E27FC236}">
                <a16:creationId xmlns:a16="http://schemas.microsoft.com/office/drawing/2014/main" id="{5E74D7D2-0E70-D5E0-134F-0355E74E9418}"/>
              </a:ext>
            </a:extLst>
          </p:cNvPr>
          <p:cNvSpPr/>
          <p:nvPr/>
        </p:nvSpPr>
        <p:spPr>
          <a:xfrm>
            <a:off x="33336" y="37378"/>
            <a:ext cx="4782312" cy="2071111"/>
          </a:xfrm>
          <a:prstGeom prst="rect">
            <a:avLst/>
          </a:prstGeom>
          <a:solidFill>
            <a:srgbClr val="A1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9" name="Rectangle 738">
            <a:extLst>
              <a:ext uri="{FF2B5EF4-FFF2-40B4-BE49-F238E27FC236}">
                <a16:creationId xmlns:a16="http://schemas.microsoft.com/office/drawing/2014/main" id="{EDAC19B1-BA9B-9319-E642-3D2FD6B28348}"/>
              </a:ext>
            </a:extLst>
          </p:cNvPr>
          <p:cNvSpPr/>
          <p:nvPr/>
        </p:nvSpPr>
        <p:spPr>
          <a:xfrm>
            <a:off x="33336" y="2102697"/>
            <a:ext cx="4782312" cy="23029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0" name="Rectangle 739">
            <a:extLst>
              <a:ext uri="{FF2B5EF4-FFF2-40B4-BE49-F238E27FC236}">
                <a16:creationId xmlns:a16="http://schemas.microsoft.com/office/drawing/2014/main" id="{1D242F72-1FDF-99CE-3154-D058831FCEB5}"/>
              </a:ext>
            </a:extLst>
          </p:cNvPr>
          <p:cNvSpPr/>
          <p:nvPr/>
        </p:nvSpPr>
        <p:spPr>
          <a:xfrm>
            <a:off x="16483" y="26733"/>
            <a:ext cx="4809328" cy="4378892"/>
          </a:xfrm>
          <a:prstGeom prst="rect">
            <a:avLst/>
          </a:prstGeom>
          <a:noFill/>
          <a:ln w="22860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41" name="TextBox 740">
            <a:extLst>
              <a:ext uri="{FF2B5EF4-FFF2-40B4-BE49-F238E27FC236}">
                <a16:creationId xmlns:a16="http://schemas.microsoft.com/office/drawing/2014/main" id="{2400F4A5-9ADD-92C9-E8D3-9806C03A1395}"/>
              </a:ext>
            </a:extLst>
          </p:cNvPr>
          <p:cNvSpPr txBox="1"/>
          <p:nvPr/>
        </p:nvSpPr>
        <p:spPr>
          <a:xfrm>
            <a:off x="-75496" y="-8460"/>
            <a:ext cx="52046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91919"/>
                </a:solidFill>
              </a:defRPr>
            </a:pPr>
            <a:r>
              <a:rPr sz="2200" dirty="0"/>
              <a:t>Normal World (user + RTOS kernel)</a:t>
            </a:r>
          </a:p>
        </p:txBody>
      </p:sp>
      <p:sp>
        <p:nvSpPr>
          <p:cNvPr id="742" name="Rectangle 741">
            <a:extLst>
              <a:ext uri="{FF2B5EF4-FFF2-40B4-BE49-F238E27FC236}">
                <a16:creationId xmlns:a16="http://schemas.microsoft.com/office/drawing/2014/main" id="{0EDB4402-FD22-0B2E-7356-30361F299D2C}"/>
              </a:ext>
            </a:extLst>
          </p:cNvPr>
          <p:cNvSpPr/>
          <p:nvPr/>
        </p:nvSpPr>
        <p:spPr>
          <a:xfrm>
            <a:off x="245083" y="386092"/>
            <a:ext cx="1746504" cy="625651"/>
          </a:xfrm>
          <a:prstGeom prst="rect">
            <a:avLst/>
          </a:prstGeom>
          <a:solidFill>
            <a:srgbClr val="DCF2E7"/>
          </a:solidFill>
          <a:ln w="22860">
            <a:solidFill>
              <a:srgbClr val="373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ctr"/>
          <a:lstStyle/>
          <a:p>
            <a:pPr algn="ctr">
              <a:defRPr sz="1900" b="1"/>
            </a:pPr>
            <a:r>
              <a:rPr dirty="0" err="1">
                <a:solidFill>
                  <a:schemeClr val="tx1"/>
                </a:solidFill>
              </a:rPr>
              <a:t>Task</a:t>
            </a:r>
            <a:r>
              <a:rPr baseline="-25000" dirty="0" err="1">
                <a:solidFill>
                  <a:schemeClr val="tx1"/>
                </a:solidFill>
              </a:rPr>
              <a:t>A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PA key K</a:t>
            </a:r>
            <a:r>
              <a:rPr baseline="-250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43" name="TextBox 742">
            <a:extLst>
              <a:ext uri="{FF2B5EF4-FFF2-40B4-BE49-F238E27FC236}">
                <a16:creationId xmlns:a16="http://schemas.microsoft.com/office/drawing/2014/main" id="{EF3F09F6-B833-AFE2-C8B0-F8F662360D6E}"/>
              </a:ext>
            </a:extLst>
          </p:cNvPr>
          <p:cNvSpPr txBox="1"/>
          <p:nvPr/>
        </p:nvSpPr>
        <p:spPr>
          <a:xfrm>
            <a:off x="16483" y="3671340"/>
            <a:ext cx="93326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91919"/>
                </a:solidFill>
              </a:defRPr>
            </a:pPr>
            <a:r>
              <a:rPr lang="en-US" i="1" dirty="0"/>
              <a:t>Unprivileged</a:t>
            </a:r>
            <a:endParaRPr i="1" dirty="0"/>
          </a:p>
        </p:txBody>
      </p:sp>
      <p:sp>
        <p:nvSpPr>
          <p:cNvPr id="744" name="Rectangle 743">
            <a:extLst>
              <a:ext uri="{FF2B5EF4-FFF2-40B4-BE49-F238E27FC236}">
                <a16:creationId xmlns:a16="http://schemas.microsoft.com/office/drawing/2014/main" id="{8BD30FCB-B9E4-273A-7CCA-6162B8D8DCFA}"/>
              </a:ext>
            </a:extLst>
          </p:cNvPr>
          <p:cNvSpPr/>
          <p:nvPr/>
        </p:nvSpPr>
        <p:spPr>
          <a:xfrm>
            <a:off x="1579918" y="1362609"/>
            <a:ext cx="1746504" cy="6217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2860">
            <a:solidFill>
              <a:srgbClr val="373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ctr"/>
          <a:lstStyle/>
          <a:p>
            <a:pPr algn="ctr">
              <a:defRPr sz="1900" b="1"/>
            </a:pPr>
            <a:r>
              <a:rPr lang="en-US" sz="1900" dirty="0">
                <a:solidFill>
                  <a:schemeClr val="tx1"/>
                </a:solidFill>
              </a:rPr>
              <a:t>ISR </a:t>
            </a:r>
          </a:p>
          <a:p>
            <a:pPr algn="ctr">
              <a:defRPr sz="1900" b="1"/>
            </a:pPr>
            <a:r>
              <a:rPr lang="en-US" sz="1900" dirty="0">
                <a:solidFill>
                  <a:schemeClr val="tx1"/>
                </a:solidFill>
              </a:rPr>
              <a:t>PA key K</a:t>
            </a:r>
            <a:r>
              <a:rPr lang="en-US" sz="1900" baseline="-25000" dirty="0">
                <a:solidFill>
                  <a:schemeClr val="tx1"/>
                </a:solidFill>
              </a:rPr>
              <a:t>ISR</a:t>
            </a:r>
          </a:p>
        </p:txBody>
      </p:sp>
      <p:sp>
        <p:nvSpPr>
          <p:cNvPr id="745" name="Rectangle 744">
            <a:extLst>
              <a:ext uri="{FF2B5EF4-FFF2-40B4-BE49-F238E27FC236}">
                <a16:creationId xmlns:a16="http://schemas.microsoft.com/office/drawing/2014/main" id="{B2718570-5D2C-49F1-C163-AE8D86480894}"/>
              </a:ext>
            </a:extLst>
          </p:cNvPr>
          <p:cNvSpPr/>
          <p:nvPr/>
        </p:nvSpPr>
        <p:spPr>
          <a:xfrm>
            <a:off x="1579918" y="3192094"/>
            <a:ext cx="1746504" cy="6217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860">
            <a:solidFill>
              <a:srgbClr val="373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ctr"/>
          <a:lstStyle/>
          <a:p>
            <a:pPr algn="ctr">
              <a:defRPr sz="1900" b="1"/>
            </a:pPr>
            <a:r>
              <a:rPr dirty="0">
                <a:solidFill>
                  <a:schemeClr val="tx1"/>
                </a:solidFill>
              </a:rPr>
              <a:t>Task</a:t>
            </a:r>
            <a:r>
              <a:rPr lang="en-US" baseline="-25000" dirty="0">
                <a:solidFill>
                  <a:schemeClr val="tx1"/>
                </a:solidFill>
              </a:rPr>
              <a:t>B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PA key K</a:t>
            </a:r>
            <a:r>
              <a:rPr lang="en-US" baseline="-25000" dirty="0">
                <a:solidFill>
                  <a:schemeClr val="tx1"/>
                </a:solidFill>
              </a:rPr>
              <a:t>B</a:t>
            </a:r>
            <a:endParaRPr baseline="-25000" dirty="0">
              <a:solidFill>
                <a:schemeClr val="tx1"/>
              </a:solidFill>
            </a:endParaRPr>
          </a:p>
        </p:txBody>
      </p:sp>
      <p:cxnSp>
        <p:nvCxnSpPr>
          <p:cNvPr id="746" name="Straight Connector 745">
            <a:extLst>
              <a:ext uri="{FF2B5EF4-FFF2-40B4-BE49-F238E27FC236}">
                <a16:creationId xmlns:a16="http://schemas.microsoft.com/office/drawing/2014/main" id="{3E03F6D1-836E-89A1-06A1-426E301FB314}"/>
              </a:ext>
            </a:extLst>
          </p:cNvPr>
          <p:cNvCxnSpPr>
            <a:cxnSpLocks/>
          </p:cNvCxnSpPr>
          <p:nvPr/>
        </p:nvCxnSpPr>
        <p:spPr>
          <a:xfrm>
            <a:off x="9339" y="3935788"/>
            <a:ext cx="480932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Rectangle 746">
            <a:extLst>
              <a:ext uri="{FF2B5EF4-FFF2-40B4-BE49-F238E27FC236}">
                <a16:creationId xmlns:a16="http://schemas.microsoft.com/office/drawing/2014/main" id="{C17619E3-FA0B-756A-207F-B68D6E70B7D7}"/>
              </a:ext>
            </a:extLst>
          </p:cNvPr>
          <p:cNvSpPr/>
          <p:nvPr/>
        </p:nvSpPr>
        <p:spPr>
          <a:xfrm>
            <a:off x="1011640" y="4046078"/>
            <a:ext cx="2883060" cy="3044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2860">
            <a:solidFill>
              <a:srgbClr val="373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ctr"/>
          <a:lstStyle/>
          <a:p>
            <a:pPr algn="ctr">
              <a:defRPr sz="1900" b="1"/>
            </a:pPr>
            <a:r>
              <a:rPr lang="en-US" sz="1900" dirty="0">
                <a:solidFill>
                  <a:schemeClr val="tx1"/>
                </a:solidFill>
              </a:rPr>
              <a:t>RTOS Task scheduler</a:t>
            </a:r>
            <a:endParaRPr lang="en-US" sz="1900" baseline="-25000" dirty="0">
              <a:solidFill>
                <a:schemeClr val="tx1"/>
              </a:solidFill>
            </a:endParaRPr>
          </a:p>
        </p:txBody>
      </p:sp>
      <p:sp>
        <p:nvSpPr>
          <p:cNvPr id="748" name="TextBox 747">
            <a:extLst>
              <a:ext uri="{FF2B5EF4-FFF2-40B4-BE49-F238E27FC236}">
                <a16:creationId xmlns:a16="http://schemas.microsoft.com/office/drawing/2014/main" id="{0CE035DF-9667-6CFA-20D5-E5BA8026145A}"/>
              </a:ext>
            </a:extLst>
          </p:cNvPr>
          <p:cNvSpPr txBox="1"/>
          <p:nvPr/>
        </p:nvSpPr>
        <p:spPr>
          <a:xfrm>
            <a:off x="1804958" y="935605"/>
            <a:ext cx="1526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HW/SW IRQs</a:t>
            </a:r>
          </a:p>
        </p:txBody>
      </p:sp>
      <p:sp>
        <p:nvSpPr>
          <p:cNvPr id="749" name="TextBox 748">
            <a:extLst>
              <a:ext uri="{FF2B5EF4-FFF2-40B4-BE49-F238E27FC236}">
                <a16:creationId xmlns:a16="http://schemas.microsoft.com/office/drawing/2014/main" id="{653461D0-DCF4-F418-C75B-9F85AADDC8E8}"/>
              </a:ext>
            </a:extLst>
          </p:cNvPr>
          <p:cNvSpPr txBox="1"/>
          <p:nvPr/>
        </p:nvSpPr>
        <p:spPr>
          <a:xfrm>
            <a:off x="16483" y="3885651"/>
            <a:ext cx="76655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91919"/>
                </a:solidFill>
              </a:defRPr>
            </a:pPr>
            <a:r>
              <a:rPr lang="en-US" i="1" dirty="0"/>
              <a:t>Privileged</a:t>
            </a:r>
            <a:endParaRPr i="1" dirty="0"/>
          </a:p>
        </p:txBody>
      </p:sp>
      <p:sp>
        <p:nvSpPr>
          <p:cNvPr id="750" name="Rectangle 749">
            <a:extLst>
              <a:ext uri="{FF2B5EF4-FFF2-40B4-BE49-F238E27FC236}">
                <a16:creationId xmlns:a16="http://schemas.microsoft.com/office/drawing/2014/main" id="{189AA7CC-C25B-C265-1888-FAD75D89C70E}"/>
              </a:ext>
            </a:extLst>
          </p:cNvPr>
          <p:cNvSpPr/>
          <p:nvPr/>
        </p:nvSpPr>
        <p:spPr>
          <a:xfrm>
            <a:off x="5054411" y="43458"/>
            <a:ext cx="3231292" cy="33938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2860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51" name="TextBox 750">
            <a:extLst>
              <a:ext uri="{FF2B5EF4-FFF2-40B4-BE49-F238E27FC236}">
                <a16:creationId xmlns:a16="http://schemas.microsoft.com/office/drawing/2014/main" id="{55453C51-3665-6EF0-1A83-3FAF02940A0B}"/>
              </a:ext>
            </a:extLst>
          </p:cNvPr>
          <p:cNvSpPr txBox="1"/>
          <p:nvPr/>
        </p:nvSpPr>
        <p:spPr>
          <a:xfrm>
            <a:off x="5272540" y="-8460"/>
            <a:ext cx="28702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91919"/>
                </a:solidFill>
              </a:defRPr>
            </a:pPr>
            <a:r>
              <a:rPr sz="2200" dirty="0"/>
              <a:t>Secure World</a:t>
            </a:r>
          </a:p>
        </p:txBody>
      </p:sp>
      <p:sp>
        <p:nvSpPr>
          <p:cNvPr id="752" name="Rectangle 751">
            <a:extLst>
              <a:ext uri="{FF2B5EF4-FFF2-40B4-BE49-F238E27FC236}">
                <a16:creationId xmlns:a16="http://schemas.microsoft.com/office/drawing/2014/main" id="{98B1890F-9C4A-D024-AB50-03F0D8F385E1}"/>
              </a:ext>
            </a:extLst>
          </p:cNvPr>
          <p:cNvSpPr/>
          <p:nvPr/>
        </p:nvSpPr>
        <p:spPr>
          <a:xfrm rot="16200000">
            <a:off x="4239228" y="1602092"/>
            <a:ext cx="2514804" cy="55872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22860">
            <a:solidFill>
              <a:srgbClr val="373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ctr"/>
          <a:lstStyle/>
          <a:p>
            <a:pPr algn="ctr">
              <a:defRPr sz="1900" b="1"/>
            </a:pPr>
            <a:r>
              <a:rPr lang="en-US" dirty="0">
                <a:solidFill>
                  <a:schemeClr val="tx1"/>
                </a:solidFill>
              </a:rPr>
              <a:t>Attestation Engine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53" name="Rectangle 752">
            <a:extLst>
              <a:ext uri="{FF2B5EF4-FFF2-40B4-BE49-F238E27FC236}">
                <a16:creationId xmlns:a16="http://schemas.microsoft.com/office/drawing/2014/main" id="{2A6BE63A-5F4C-E6C5-02D3-0E5455D505BB}"/>
              </a:ext>
            </a:extLst>
          </p:cNvPr>
          <p:cNvSpPr/>
          <p:nvPr/>
        </p:nvSpPr>
        <p:spPr>
          <a:xfrm>
            <a:off x="2914685" y="386092"/>
            <a:ext cx="1746504" cy="621792"/>
          </a:xfrm>
          <a:prstGeom prst="rect">
            <a:avLst/>
          </a:prstGeom>
          <a:solidFill>
            <a:srgbClr val="DCF2E7"/>
          </a:solidFill>
          <a:ln w="22860">
            <a:solidFill>
              <a:srgbClr val="373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ctr"/>
          <a:lstStyle/>
          <a:p>
            <a:pPr algn="ctr">
              <a:defRPr sz="1900" b="1"/>
            </a:pPr>
            <a:r>
              <a:rPr lang="en-US" i="1" dirty="0">
                <a:solidFill>
                  <a:schemeClr val="tx1"/>
                </a:solidFill>
              </a:rPr>
              <a:t>Resume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Task</a:t>
            </a:r>
            <a:r>
              <a:rPr baseline="-25000" dirty="0" err="1">
                <a:solidFill>
                  <a:schemeClr val="tx1"/>
                </a:solidFill>
              </a:rPr>
              <a:t>A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PA key K</a:t>
            </a:r>
            <a:r>
              <a:rPr baseline="-250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54" name="Rectangle 753">
            <a:extLst>
              <a:ext uri="{FF2B5EF4-FFF2-40B4-BE49-F238E27FC236}">
                <a16:creationId xmlns:a16="http://schemas.microsoft.com/office/drawing/2014/main" id="{43F6BAE8-3CA6-CD7B-C8A5-948CC124AC2E}"/>
              </a:ext>
            </a:extLst>
          </p:cNvPr>
          <p:cNvSpPr/>
          <p:nvPr/>
        </p:nvSpPr>
        <p:spPr>
          <a:xfrm>
            <a:off x="245083" y="2433024"/>
            <a:ext cx="1746504" cy="625651"/>
          </a:xfrm>
          <a:prstGeom prst="rect">
            <a:avLst/>
          </a:prstGeom>
          <a:solidFill>
            <a:srgbClr val="DCF2E7"/>
          </a:solidFill>
          <a:ln w="22860">
            <a:solidFill>
              <a:srgbClr val="373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ctr"/>
          <a:lstStyle/>
          <a:p>
            <a:pPr algn="ctr">
              <a:defRPr sz="1900" b="1"/>
            </a:pPr>
            <a:r>
              <a:rPr dirty="0" err="1">
                <a:solidFill>
                  <a:schemeClr val="tx1"/>
                </a:solidFill>
              </a:rPr>
              <a:t>Task</a:t>
            </a:r>
            <a:r>
              <a:rPr baseline="-25000" dirty="0" err="1">
                <a:solidFill>
                  <a:schemeClr val="tx1"/>
                </a:solidFill>
              </a:rPr>
              <a:t>A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PA key K</a:t>
            </a:r>
            <a:r>
              <a:rPr baseline="-250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55" name="Rectangle 754">
            <a:extLst>
              <a:ext uri="{FF2B5EF4-FFF2-40B4-BE49-F238E27FC236}">
                <a16:creationId xmlns:a16="http://schemas.microsoft.com/office/drawing/2014/main" id="{6805C91C-3491-3218-3022-907F7DD5EDEC}"/>
              </a:ext>
            </a:extLst>
          </p:cNvPr>
          <p:cNvSpPr/>
          <p:nvPr/>
        </p:nvSpPr>
        <p:spPr>
          <a:xfrm>
            <a:off x="2914685" y="2433024"/>
            <a:ext cx="1746504" cy="621792"/>
          </a:xfrm>
          <a:prstGeom prst="rect">
            <a:avLst/>
          </a:prstGeom>
          <a:solidFill>
            <a:srgbClr val="DCF2E7"/>
          </a:solidFill>
          <a:ln w="22860">
            <a:solidFill>
              <a:srgbClr val="373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ctr"/>
          <a:lstStyle/>
          <a:p>
            <a:pPr algn="ctr">
              <a:defRPr sz="1900" b="1"/>
            </a:pPr>
            <a:r>
              <a:rPr lang="en-US" i="1" dirty="0">
                <a:solidFill>
                  <a:schemeClr val="tx1"/>
                </a:solidFill>
              </a:rPr>
              <a:t>Resume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Task</a:t>
            </a:r>
            <a:r>
              <a:rPr baseline="-25000" dirty="0" err="1">
                <a:solidFill>
                  <a:schemeClr val="tx1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PA key K</a:t>
            </a:r>
            <a:r>
              <a:rPr baseline="-250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56" name="TextBox 755">
            <a:extLst>
              <a:ext uri="{FF2B5EF4-FFF2-40B4-BE49-F238E27FC236}">
                <a16:creationId xmlns:a16="http://schemas.microsoft.com/office/drawing/2014/main" id="{5D986CF5-4D40-6A7E-9AFB-E0391C2B8B3E}"/>
              </a:ext>
            </a:extLst>
          </p:cNvPr>
          <p:cNvSpPr txBox="1"/>
          <p:nvPr/>
        </p:nvSpPr>
        <p:spPr>
          <a:xfrm>
            <a:off x="2072402" y="2036547"/>
            <a:ext cx="1526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Scheduler IRQ</a:t>
            </a:r>
          </a:p>
        </p:txBody>
      </p:sp>
      <p:sp>
        <p:nvSpPr>
          <p:cNvPr id="757" name="TextBox 756">
            <a:extLst>
              <a:ext uri="{FF2B5EF4-FFF2-40B4-BE49-F238E27FC236}">
                <a16:creationId xmlns:a16="http://schemas.microsoft.com/office/drawing/2014/main" id="{92CD49E5-E9D1-5164-907E-5180E7124A99}"/>
              </a:ext>
            </a:extLst>
          </p:cNvPr>
          <p:cNvSpPr txBox="1"/>
          <p:nvPr/>
        </p:nvSpPr>
        <p:spPr>
          <a:xfrm>
            <a:off x="3372693" y="1588913"/>
            <a:ext cx="1526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ISR returns</a:t>
            </a:r>
          </a:p>
        </p:txBody>
      </p:sp>
      <p:sp>
        <p:nvSpPr>
          <p:cNvPr id="758" name="Rectangle 757">
            <a:extLst>
              <a:ext uri="{FF2B5EF4-FFF2-40B4-BE49-F238E27FC236}">
                <a16:creationId xmlns:a16="http://schemas.microsoft.com/office/drawing/2014/main" id="{0FC427A1-55B9-305C-10C4-289B62F2F02C}"/>
              </a:ext>
            </a:extLst>
          </p:cNvPr>
          <p:cNvSpPr/>
          <p:nvPr/>
        </p:nvSpPr>
        <p:spPr>
          <a:xfrm>
            <a:off x="5771800" y="624051"/>
            <a:ext cx="2365601" cy="6400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IRQ routing TZ-protected NVIC</a:t>
            </a:r>
          </a:p>
        </p:txBody>
      </p:sp>
      <p:sp>
        <p:nvSpPr>
          <p:cNvPr id="759" name="Rectangle 758">
            <a:extLst>
              <a:ext uri="{FF2B5EF4-FFF2-40B4-BE49-F238E27FC236}">
                <a16:creationId xmlns:a16="http://schemas.microsoft.com/office/drawing/2014/main" id="{35351F51-4C07-BF60-9E7C-322C0256A322}"/>
              </a:ext>
            </a:extLst>
          </p:cNvPr>
          <p:cNvSpPr/>
          <p:nvPr/>
        </p:nvSpPr>
        <p:spPr>
          <a:xfrm>
            <a:off x="5771800" y="1262951"/>
            <a:ext cx="2365601" cy="53949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Task Context &amp; Trace switch</a:t>
            </a:r>
          </a:p>
        </p:txBody>
      </p:sp>
      <p:sp>
        <p:nvSpPr>
          <p:cNvPr id="760" name="Rectangle 759">
            <a:extLst>
              <a:ext uri="{FF2B5EF4-FFF2-40B4-BE49-F238E27FC236}">
                <a16:creationId xmlns:a16="http://schemas.microsoft.com/office/drawing/2014/main" id="{69F0F591-8526-5F62-7A03-7F73B5B9B859}"/>
              </a:ext>
            </a:extLst>
          </p:cNvPr>
          <p:cNvSpPr/>
          <p:nvPr/>
        </p:nvSpPr>
        <p:spPr>
          <a:xfrm>
            <a:off x="5771114" y="1802327"/>
            <a:ext cx="2365601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Load PA keys</a:t>
            </a:r>
          </a:p>
        </p:txBody>
      </p:sp>
      <p:sp>
        <p:nvSpPr>
          <p:cNvPr id="761" name="Rectangle 760">
            <a:extLst>
              <a:ext uri="{FF2B5EF4-FFF2-40B4-BE49-F238E27FC236}">
                <a16:creationId xmlns:a16="http://schemas.microsoft.com/office/drawing/2014/main" id="{947F0127-5887-9F3A-DA33-79358611A80D}"/>
              </a:ext>
            </a:extLst>
          </p:cNvPr>
          <p:cNvSpPr/>
          <p:nvPr/>
        </p:nvSpPr>
        <p:spPr>
          <a:xfrm>
            <a:off x="5770428" y="2255588"/>
            <a:ext cx="2365601" cy="43891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ITL</a:t>
            </a:r>
          </a:p>
        </p:txBody>
      </p:sp>
      <p:sp>
        <p:nvSpPr>
          <p:cNvPr id="762" name="Rectangle 761">
            <a:extLst>
              <a:ext uri="{FF2B5EF4-FFF2-40B4-BE49-F238E27FC236}">
                <a16:creationId xmlns:a16="http://schemas.microsoft.com/office/drawing/2014/main" id="{7A88D360-8A78-0CC7-3512-71E3F9FC581D}"/>
              </a:ext>
            </a:extLst>
          </p:cNvPr>
          <p:cNvSpPr/>
          <p:nvPr/>
        </p:nvSpPr>
        <p:spPr>
          <a:xfrm>
            <a:off x="5770427" y="2696719"/>
            <a:ext cx="2365601" cy="44213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Trace Commit</a:t>
            </a:r>
          </a:p>
        </p:txBody>
      </p:sp>
      <p:cxnSp>
        <p:nvCxnSpPr>
          <p:cNvPr id="763" name="Straight Arrow Connector 762">
            <a:extLst>
              <a:ext uri="{FF2B5EF4-FFF2-40B4-BE49-F238E27FC236}">
                <a16:creationId xmlns:a16="http://schemas.microsoft.com/office/drawing/2014/main" id="{2D68269C-5B3B-6456-EA53-2665A5F5FF9B}"/>
              </a:ext>
            </a:extLst>
          </p:cNvPr>
          <p:cNvCxnSpPr>
            <a:cxnSpLocks/>
          </p:cNvCxnSpPr>
          <p:nvPr/>
        </p:nvCxnSpPr>
        <p:spPr>
          <a:xfrm>
            <a:off x="3326422" y="1853779"/>
            <a:ext cx="18908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Straight Arrow Connector 763">
            <a:extLst>
              <a:ext uri="{FF2B5EF4-FFF2-40B4-BE49-F238E27FC236}">
                <a16:creationId xmlns:a16="http://schemas.microsoft.com/office/drawing/2014/main" id="{C11FC4F3-EDE0-0392-5109-188C7773786B}"/>
              </a:ext>
            </a:extLst>
          </p:cNvPr>
          <p:cNvCxnSpPr>
            <a:cxnSpLocks/>
          </p:cNvCxnSpPr>
          <p:nvPr/>
        </p:nvCxnSpPr>
        <p:spPr>
          <a:xfrm flipH="1">
            <a:off x="3326422" y="1527542"/>
            <a:ext cx="1875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5" name="TextBox 764">
            <a:extLst>
              <a:ext uri="{FF2B5EF4-FFF2-40B4-BE49-F238E27FC236}">
                <a16:creationId xmlns:a16="http://schemas.microsoft.com/office/drawing/2014/main" id="{566E515C-5523-7D54-2739-C59DA21DB032}"/>
              </a:ext>
            </a:extLst>
          </p:cNvPr>
          <p:cNvSpPr txBox="1"/>
          <p:nvPr/>
        </p:nvSpPr>
        <p:spPr>
          <a:xfrm>
            <a:off x="3372692" y="1227786"/>
            <a:ext cx="1526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Invoke ISR</a:t>
            </a:r>
          </a:p>
        </p:txBody>
      </p:sp>
      <p:cxnSp>
        <p:nvCxnSpPr>
          <p:cNvPr id="766" name="Elbow Connector 765">
            <a:extLst>
              <a:ext uri="{FF2B5EF4-FFF2-40B4-BE49-F238E27FC236}">
                <a16:creationId xmlns:a16="http://schemas.microsoft.com/office/drawing/2014/main" id="{427F6A7D-D4DF-A0E3-B9B0-5378C3408B5A}"/>
              </a:ext>
            </a:extLst>
          </p:cNvPr>
          <p:cNvCxnSpPr>
            <a:cxnSpLocks/>
            <a:stCxn id="742" idx="2"/>
          </p:cNvCxnSpPr>
          <p:nvPr/>
        </p:nvCxnSpPr>
        <p:spPr>
          <a:xfrm rot="16200000" flipH="1">
            <a:off x="3059437" y="-929360"/>
            <a:ext cx="216043" cy="4098247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Elbow Connector 766">
            <a:extLst>
              <a:ext uri="{FF2B5EF4-FFF2-40B4-BE49-F238E27FC236}">
                <a16:creationId xmlns:a16="http://schemas.microsoft.com/office/drawing/2014/main" id="{BBBEF7DA-3E66-C052-5BB2-C45FC90745BB}"/>
              </a:ext>
            </a:extLst>
          </p:cNvPr>
          <p:cNvCxnSpPr>
            <a:cxnSpLocks/>
            <a:endCxn id="753" idx="3"/>
          </p:cNvCxnSpPr>
          <p:nvPr/>
        </p:nvCxnSpPr>
        <p:spPr>
          <a:xfrm rot="10800000">
            <a:off x="4661190" y="696988"/>
            <a:ext cx="555393" cy="31089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68" name="Group 767">
            <a:extLst>
              <a:ext uri="{FF2B5EF4-FFF2-40B4-BE49-F238E27FC236}">
                <a16:creationId xmlns:a16="http://schemas.microsoft.com/office/drawing/2014/main" id="{997C4E3D-BF66-8D79-4904-4ECE271D5AC2}"/>
              </a:ext>
            </a:extLst>
          </p:cNvPr>
          <p:cNvGrpSpPr/>
          <p:nvPr/>
        </p:nvGrpSpPr>
        <p:grpSpPr>
          <a:xfrm>
            <a:off x="1779086" y="978366"/>
            <a:ext cx="193363" cy="276999"/>
            <a:chOff x="4666818" y="5181094"/>
            <a:chExt cx="193363" cy="276999"/>
          </a:xfrm>
        </p:grpSpPr>
        <p:sp>
          <p:nvSpPr>
            <p:cNvPr id="769" name="Oval 768">
              <a:extLst>
                <a:ext uri="{FF2B5EF4-FFF2-40B4-BE49-F238E27FC236}">
                  <a16:creationId xmlns:a16="http://schemas.microsoft.com/office/drawing/2014/main" id="{8E8EF12D-457B-2961-6198-851C4D97EE18}"/>
                </a:ext>
              </a:extLst>
            </p:cNvPr>
            <p:cNvSpPr/>
            <p:nvPr/>
          </p:nvSpPr>
          <p:spPr>
            <a:xfrm>
              <a:off x="4702696" y="5252214"/>
              <a:ext cx="157485" cy="14121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0" name="TextBox 769">
              <a:extLst>
                <a:ext uri="{FF2B5EF4-FFF2-40B4-BE49-F238E27FC236}">
                  <a16:creationId xmlns:a16="http://schemas.microsoft.com/office/drawing/2014/main" id="{DCEE141F-5F44-71CE-342F-0207EB4C3543}"/>
                </a:ext>
              </a:extLst>
            </p:cNvPr>
            <p:cNvSpPr txBox="1"/>
            <p:nvPr/>
          </p:nvSpPr>
          <p:spPr>
            <a:xfrm>
              <a:off x="4666818" y="5181094"/>
              <a:ext cx="1574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71" name="Group 770">
            <a:extLst>
              <a:ext uri="{FF2B5EF4-FFF2-40B4-BE49-F238E27FC236}">
                <a16:creationId xmlns:a16="http://schemas.microsoft.com/office/drawing/2014/main" id="{F6135344-70FB-6A37-4677-F70862F3394E}"/>
              </a:ext>
            </a:extLst>
          </p:cNvPr>
          <p:cNvGrpSpPr/>
          <p:nvPr/>
        </p:nvGrpSpPr>
        <p:grpSpPr>
          <a:xfrm>
            <a:off x="3441542" y="1259651"/>
            <a:ext cx="193363" cy="276999"/>
            <a:chOff x="4666818" y="5181094"/>
            <a:chExt cx="193363" cy="276999"/>
          </a:xfrm>
        </p:grpSpPr>
        <p:sp>
          <p:nvSpPr>
            <p:cNvPr id="772" name="Oval 771">
              <a:extLst>
                <a:ext uri="{FF2B5EF4-FFF2-40B4-BE49-F238E27FC236}">
                  <a16:creationId xmlns:a16="http://schemas.microsoft.com/office/drawing/2014/main" id="{0CFCCC5D-B7EB-6C25-3045-3E9FD47315E7}"/>
                </a:ext>
              </a:extLst>
            </p:cNvPr>
            <p:cNvSpPr/>
            <p:nvPr/>
          </p:nvSpPr>
          <p:spPr>
            <a:xfrm>
              <a:off x="4702696" y="5252214"/>
              <a:ext cx="157485" cy="14121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3" name="TextBox 772">
              <a:extLst>
                <a:ext uri="{FF2B5EF4-FFF2-40B4-BE49-F238E27FC236}">
                  <a16:creationId xmlns:a16="http://schemas.microsoft.com/office/drawing/2014/main" id="{8401B739-EE8C-8948-16E9-7B34AA558C2F}"/>
                </a:ext>
              </a:extLst>
            </p:cNvPr>
            <p:cNvSpPr txBox="1"/>
            <p:nvPr/>
          </p:nvSpPr>
          <p:spPr>
            <a:xfrm>
              <a:off x="4666818" y="5181094"/>
              <a:ext cx="1574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774" name="Group 773">
            <a:extLst>
              <a:ext uri="{FF2B5EF4-FFF2-40B4-BE49-F238E27FC236}">
                <a16:creationId xmlns:a16="http://schemas.microsoft.com/office/drawing/2014/main" id="{85ECC521-7171-2F34-0AF2-D632F06361DE}"/>
              </a:ext>
            </a:extLst>
          </p:cNvPr>
          <p:cNvGrpSpPr/>
          <p:nvPr/>
        </p:nvGrpSpPr>
        <p:grpSpPr>
          <a:xfrm>
            <a:off x="3441542" y="1604863"/>
            <a:ext cx="193363" cy="276999"/>
            <a:chOff x="4666818" y="5181094"/>
            <a:chExt cx="193363" cy="276999"/>
          </a:xfrm>
        </p:grpSpPr>
        <p:sp>
          <p:nvSpPr>
            <p:cNvPr id="775" name="Oval 774">
              <a:extLst>
                <a:ext uri="{FF2B5EF4-FFF2-40B4-BE49-F238E27FC236}">
                  <a16:creationId xmlns:a16="http://schemas.microsoft.com/office/drawing/2014/main" id="{5F5827D4-FDEF-47E1-B4DA-8843AE57876D}"/>
                </a:ext>
              </a:extLst>
            </p:cNvPr>
            <p:cNvSpPr/>
            <p:nvPr/>
          </p:nvSpPr>
          <p:spPr>
            <a:xfrm>
              <a:off x="4702696" y="5252214"/>
              <a:ext cx="157485" cy="14121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6" name="TextBox 775">
              <a:extLst>
                <a:ext uri="{FF2B5EF4-FFF2-40B4-BE49-F238E27FC236}">
                  <a16:creationId xmlns:a16="http://schemas.microsoft.com/office/drawing/2014/main" id="{55522F2E-FFEF-F3E6-192B-8A17DD23685A}"/>
                </a:ext>
              </a:extLst>
            </p:cNvPr>
            <p:cNvSpPr txBox="1"/>
            <p:nvPr/>
          </p:nvSpPr>
          <p:spPr>
            <a:xfrm>
              <a:off x="4666818" y="5181094"/>
              <a:ext cx="1574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77" name="Group 776">
            <a:extLst>
              <a:ext uri="{FF2B5EF4-FFF2-40B4-BE49-F238E27FC236}">
                <a16:creationId xmlns:a16="http://schemas.microsoft.com/office/drawing/2014/main" id="{6CA21F73-E3F6-EE85-6618-291BDB643E9F}"/>
              </a:ext>
            </a:extLst>
          </p:cNvPr>
          <p:cNvGrpSpPr/>
          <p:nvPr/>
        </p:nvGrpSpPr>
        <p:grpSpPr>
          <a:xfrm>
            <a:off x="4957729" y="705237"/>
            <a:ext cx="193363" cy="276999"/>
            <a:chOff x="4666818" y="5181094"/>
            <a:chExt cx="193363" cy="276999"/>
          </a:xfrm>
        </p:grpSpPr>
        <p:sp>
          <p:nvSpPr>
            <p:cNvPr id="778" name="Oval 777">
              <a:extLst>
                <a:ext uri="{FF2B5EF4-FFF2-40B4-BE49-F238E27FC236}">
                  <a16:creationId xmlns:a16="http://schemas.microsoft.com/office/drawing/2014/main" id="{B0131F90-4DEC-8E4B-F14A-603371C53810}"/>
                </a:ext>
              </a:extLst>
            </p:cNvPr>
            <p:cNvSpPr/>
            <p:nvPr/>
          </p:nvSpPr>
          <p:spPr>
            <a:xfrm>
              <a:off x="4702696" y="5252214"/>
              <a:ext cx="157485" cy="14121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9" name="TextBox 778">
              <a:extLst>
                <a:ext uri="{FF2B5EF4-FFF2-40B4-BE49-F238E27FC236}">
                  <a16:creationId xmlns:a16="http://schemas.microsoft.com/office/drawing/2014/main" id="{40AAC57A-BC11-8CBA-6D1F-51A36BD778B7}"/>
                </a:ext>
              </a:extLst>
            </p:cNvPr>
            <p:cNvSpPr txBox="1"/>
            <p:nvPr/>
          </p:nvSpPr>
          <p:spPr>
            <a:xfrm>
              <a:off x="4666818" y="5181094"/>
              <a:ext cx="1574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cxnSp>
        <p:nvCxnSpPr>
          <p:cNvPr id="780" name="Elbow Connector 779">
            <a:extLst>
              <a:ext uri="{FF2B5EF4-FFF2-40B4-BE49-F238E27FC236}">
                <a16:creationId xmlns:a16="http://schemas.microsoft.com/office/drawing/2014/main" id="{94751B94-7F5F-7129-7388-94A4642181ED}"/>
              </a:ext>
            </a:extLst>
          </p:cNvPr>
          <p:cNvCxnSpPr>
            <a:cxnSpLocks/>
            <a:stCxn id="754" idx="0"/>
          </p:cNvCxnSpPr>
          <p:nvPr/>
        </p:nvCxnSpPr>
        <p:spPr>
          <a:xfrm rot="5400000" flipH="1" flipV="1">
            <a:off x="3108859" y="325302"/>
            <a:ext cx="117198" cy="409824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Elbow Connector 780">
            <a:extLst>
              <a:ext uri="{FF2B5EF4-FFF2-40B4-BE49-F238E27FC236}">
                <a16:creationId xmlns:a16="http://schemas.microsoft.com/office/drawing/2014/main" id="{DECDA775-B5F8-FBDE-1A6B-AD77009EC5B6}"/>
              </a:ext>
            </a:extLst>
          </p:cNvPr>
          <p:cNvCxnSpPr>
            <a:cxnSpLocks/>
            <a:endCxn id="747" idx="3"/>
          </p:cNvCxnSpPr>
          <p:nvPr/>
        </p:nvCxnSpPr>
        <p:spPr>
          <a:xfrm rot="5400000">
            <a:off x="3854480" y="3095039"/>
            <a:ext cx="1143470" cy="10630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873E1FF1-CF4F-F6D1-3004-A01B6F32FA76}"/>
              </a:ext>
            </a:extLst>
          </p:cNvPr>
          <p:cNvCxnSpPr/>
          <p:nvPr/>
        </p:nvCxnSpPr>
        <p:spPr>
          <a:xfrm>
            <a:off x="4943441" y="3044249"/>
            <a:ext cx="258852" cy="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Straight Arrow Connector 782">
            <a:extLst>
              <a:ext uri="{FF2B5EF4-FFF2-40B4-BE49-F238E27FC236}">
                <a16:creationId xmlns:a16="http://schemas.microsoft.com/office/drawing/2014/main" id="{CDB138F8-99E0-496A-37BB-2DF7758FAB02}"/>
              </a:ext>
            </a:extLst>
          </p:cNvPr>
          <p:cNvCxnSpPr>
            <a:cxnSpLocks/>
            <a:stCxn id="747" idx="0"/>
            <a:endCxn id="745" idx="2"/>
          </p:cNvCxnSpPr>
          <p:nvPr/>
        </p:nvCxnSpPr>
        <p:spPr>
          <a:xfrm flipV="1">
            <a:off x="2453170" y="3813886"/>
            <a:ext cx="0" cy="2321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Arrow Connector 783">
            <a:extLst>
              <a:ext uri="{FF2B5EF4-FFF2-40B4-BE49-F238E27FC236}">
                <a16:creationId xmlns:a16="http://schemas.microsoft.com/office/drawing/2014/main" id="{CA0289B9-6C86-6BDF-CB4E-32171DDD1920}"/>
              </a:ext>
            </a:extLst>
          </p:cNvPr>
          <p:cNvCxnSpPr>
            <a:cxnSpLocks/>
          </p:cNvCxnSpPr>
          <p:nvPr/>
        </p:nvCxnSpPr>
        <p:spPr>
          <a:xfrm>
            <a:off x="4661189" y="2727555"/>
            <a:ext cx="541104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81D9F841-8C2F-ED1C-19C3-E2ECB802A74C}"/>
              </a:ext>
            </a:extLst>
          </p:cNvPr>
          <p:cNvGrpSpPr/>
          <p:nvPr/>
        </p:nvGrpSpPr>
        <p:grpSpPr>
          <a:xfrm>
            <a:off x="1998855" y="2060754"/>
            <a:ext cx="193363" cy="276999"/>
            <a:chOff x="4666818" y="5181094"/>
            <a:chExt cx="193363" cy="276999"/>
          </a:xfrm>
        </p:grpSpPr>
        <p:sp>
          <p:nvSpPr>
            <p:cNvPr id="786" name="Oval 785">
              <a:extLst>
                <a:ext uri="{FF2B5EF4-FFF2-40B4-BE49-F238E27FC236}">
                  <a16:creationId xmlns:a16="http://schemas.microsoft.com/office/drawing/2014/main" id="{28A093BF-21E4-9B02-8470-8ECC6895CA75}"/>
                </a:ext>
              </a:extLst>
            </p:cNvPr>
            <p:cNvSpPr/>
            <p:nvPr/>
          </p:nvSpPr>
          <p:spPr>
            <a:xfrm>
              <a:off x="4702696" y="5252214"/>
              <a:ext cx="157485" cy="14121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7" name="TextBox 786">
              <a:extLst>
                <a:ext uri="{FF2B5EF4-FFF2-40B4-BE49-F238E27FC236}">
                  <a16:creationId xmlns:a16="http://schemas.microsoft.com/office/drawing/2014/main" id="{4F51FDC1-5E81-2FA3-D4C5-D70AF98E591E}"/>
                </a:ext>
              </a:extLst>
            </p:cNvPr>
            <p:cNvSpPr txBox="1"/>
            <p:nvPr/>
          </p:nvSpPr>
          <p:spPr>
            <a:xfrm>
              <a:off x="4666818" y="5181094"/>
              <a:ext cx="1574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88" name="Group 787">
            <a:extLst>
              <a:ext uri="{FF2B5EF4-FFF2-40B4-BE49-F238E27FC236}">
                <a16:creationId xmlns:a16="http://schemas.microsoft.com/office/drawing/2014/main" id="{2F8C412F-2D84-753D-9468-9C0EB8510F10}"/>
              </a:ext>
            </a:extLst>
          </p:cNvPr>
          <p:cNvGrpSpPr/>
          <p:nvPr/>
        </p:nvGrpSpPr>
        <p:grpSpPr>
          <a:xfrm>
            <a:off x="3971211" y="3918073"/>
            <a:ext cx="193363" cy="276999"/>
            <a:chOff x="4666818" y="5181094"/>
            <a:chExt cx="193363" cy="276999"/>
          </a:xfrm>
        </p:grpSpPr>
        <p:sp>
          <p:nvSpPr>
            <p:cNvPr id="789" name="Oval 788">
              <a:extLst>
                <a:ext uri="{FF2B5EF4-FFF2-40B4-BE49-F238E27FC236}">
                  <a16:creationId xmlns:a16="http://schemas.microsoft.com/office/drawing/2014/main" id="{D19248C3-AF8C-482C-40C9-69917E87E5AE}"/>
                </a:ext>
              </a:extLst>
            </p:cNvPr>
            <p:cNvSpPr/>
            <p:nvPr/>
          </p:nvSpPr>
          <p:spPr>
            <a:xfrm>
              <a:off x="4702696" y="5252214"/>
              <a:ext cx="157485" cy="14121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0" name="TextBox 789">
              <a:extLst>
                <a:ext uri="{FF2B5EF4-FFF2-40B4-BE49-F238E27FC236}">
                  <a16:creationId xmlns:a16="http://schemas.microsoft.com/office/drawing/2014/main" id="{594894FA-5619-2A76-3F0D-346EA6909F08}"/>
                </a:ext>
              </a:extLst>
            </p:cNvPr>
            <p:cNvSpPr txBox="1"/>
            <p:nvPr/>
          </p:nvSpPr>
          <p:spPr>
            <a:xfrm>
              <a:off x="4666818" y="5181094"/>
              <a:ext cx="1574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791" name="Group 790">
            <a:extLst>
              <a:ext uri="{FF2B5EF4-FFF2-40B4-BE49-F238E27FC236}">
                <a16:creationId xmlns:a16="http://schemas.microsoft.com/office/drawing/2014/main" id="{2C06E656-0A69-A406-DE1B-F822BF8BA114}"/>
              </a:ext>
            </a:extLst>
          </p:cNvPr>
          <p:cNvGrpSpPr/>
          <p:nvPr/>
        </p:nvGrpSpPr>
        <p:grpSpPr>
          <a:xfrm>
            <a:off x="2166699" y="3784188"/>
            <a:ext cx="193363" cy="276999"/>
            <a:chOff x="4666818" y="5181094"/>
            <a:chExt cx="193363" cy="276999"/>
          </a:xfrm>
        </p:grpSpPr>
        <p:sp>
          <p:nvSpPr>
            <p:cNvPr id="792" name="Oval 791">
              <a:extLst>
                <a:ext uri="{FF2B5EF4-FFF2-40B4-BE49-F238E27FC236}">
                  <a16:creationId xmlns:a16="http://schemas.microsoft.com/office/drawing/2014/main" id="{2290E74C-42A1-5B5E-3754-AD9C03666018}"/>
                </a:ext>
              </a:extLst>
            </p:cNvPr>
            <p:cNvSpPr/>
            <p:nvPr/>
          </p:nvSpPr>
          <p:spPr>
            <a:xfrm>
              <a:off x="4702696" y="5252214"/>
              <a:ext cx="157485" cy="14121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3" name="TextBox 792">
              <a:extLst>
                <a:ext uri="{FF2B5EF4-FFF2-40B4-BE49-F238E27FC236}">
                  <a16:creationId xmlns:a16="http://schemas.microsoft.com/office/drawing/2014/main" id="{D7353181-FBE0-6731-76FE-3483C15B9838}"/>
                </a:ext>
              </a:extLst>
            </p:cNvPr>
            <p:cNvSpPr txBox="1"/>
            <p:nvPr/>
          </p:nvSpPr>
          <p:spPr>
            <a:xfrm>
              <a:off x="4666818" y="5181094"/>
              <a:ext cx="1574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94" name="Group 793">
            <a:extLst>
              <a:ext uri="{FF2B5EF4-FFF2-40B4-BE49-F238E27FC236}">
                <a16:creationId xmlns:a16="http://schemas.microsoft.com/office/drawing/2014/main" id="{7219E4EC-10FA-95C2-DEEB-16907452A1EA}"/>
              </a:ext>
            </a:extLst>
          </p:cNvPr>
          <p:cNvGrpSpPr/>
          <p:nvPr/>
        </p:nvGrpSpPr>
        <p:grpSpPr>
          <a:xfrm>
            <a:off x="4939789" y="2463218"/>
            <a:ext cx="193363" cy="276999"/>
            <a:chOff x="4666818" y="5181094"/>
            <a:chExt cx="193363" cy="276999"/>
          </a:xfrm>
        </p:grpSpPr>
        <p:sp>
          <p:nvSpPr>
            <p:cNvPr id="795" name="Oval 794">
              <a:extLst>
                <a:ext uri="{FF2B5EF4-FFF2-40B4-BE49-F238E27FC236}">
                  <a16:creationId xmlns:a16="http://schemas.microsoft.com/office/drawing/2014/main" id="{2C0B089B-1647-327E-F8C4-D690371127F8}"/>
                </a:ext>
              </a:extLst>
            </p:cNvPr>
            <p:cNvSpPr/>
            <p:nvPr/>
          </p:nvSpPr>
          <p:spPr>
            <a:xfrm>
              <a:off x="4702696" y="5252214"/>
              <a:ext cx="157485" cy="14121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6" name="TextBox 795">
              <a:extLst>
                <a:ext uri="{FF2B5EF4-FFF2-40B4-BE49-F238E27FC236}">
                  <a16:creationId xmlns:a16="http://schemas.microsoft.com/office/drawing/2014/main" id="{87553589-5826-19DE-BD5A-65C493BD139D}"/>
                </a:ext>
              </a:extLst>
            </p:cNvPr>
            <p:cNvSpPr txBox="1"/>
            <p:nvPr/>
          </p:nvSpPr>
          <p:spPr>
            <a:xfrm>
              <a:off x="4666818" y="5181094"/>
              <a:ext cx="1574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797" name="TextBox 796">
            <a:extLst>
              <a:ext uri="{FF2B5EF4-FFF2-40B4-BE49-F238E27FC236}">
                <a16:creationId xmlns:a16="http://schemas.microsoft.com/office/drawing/2014/main" id="{829E6DCD-98DB-00E0-6861-A4CAB08877FC}"/>
              </a:ext>
            </a:extLst>
          </p:cNvPr>
          <p:cNvSpPr txBox="1"/>
          <p:nvPr/>
        </p:nvSpPr>
        <p:spPr>
          <a:xfrm>
            <a:off x="3625626" y="4123428"/>
            <a:ext cx="1526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Scheduler</a:t>
            </a:r>
          </a:p>
        </p:txBody>
      </p:sp>
      <p:sp>
        <p:nvSpPr>
          <p:cNvPr id="798" name="TextBox 797">
            <a:extLst>
              <a:ext uri="{FF2B5EF4-FFF2-40B4-BE49-F238E27FC236}">
                <a16:creationId xmlns:a16="http://schemas.microsoft.com/office/drawing/2014/main" id="{D18A6382-8DFC-D15C-1463-FADCE7074D6D}"/>
              </a:ext>
            </a:extLst>
          </p:cNvPr>
          <p:cNvSpPr txBox="1"/>
          <p:nvPr/>
        </p:nvSpPr>
        <p:spPr>
          <a:xfrm>
            <a:off x="3747617" y="3887295"/>
            <a:ext cx="1526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Invoke</a:t>
            </a:r>
          </a:p>
        </p:txBody>
      </p:sp>
      <p:sp>
        <p:nvSpPr>
          <p:cNvPr id="799" name="Rectangle 798">
            <a:extLst>
              <a:ext uri="{FF2B5EF4-FFF2-40B4-BE49-F238E27FC236}">
                <a16:creationId xmlns:a16="http://schemas.microsoft.com/office/drawing/2014/main" id="{86534BA4-17EB-6805-69AF-D27B85F7F771}"/>
              </a:ext>
            </a:extLst>
          </p:cNvPr>
          <p:cNvSpPr/>
          <p:nvPr/>
        </p:nvSpPr>
        <p:spPr>
          <a:xfrm>
            <a:off x="5272540" y="3718776"/>
            <a:ext cx="476621" cy="192529"/>
          </a:xfrm>
          <a:prstGeom prst="rect">
            <a:avLst/>
          </a:prstGeom>
          <a:solidFill>
            <a:srgbClr val="A1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0" name="TextBox 799">
            <a:extLst>
              <a:ext uri="{FF2B5EF4-FFF2-40B4-BE49-F238E27FC236}">
                <a16:creationId xmlns:a16="http://schemas.microsoft.com/office/drawing/2014/main" id="{6C8B3389-EBFC-130B-5A40-F2AFA4BC4282}"/>
              </a:ext>
            </a:extLst>
          </p:cNvPr>
          <p:cNvSpPr txBox="1"/>
          <p:nvPr/>
        </p:nvSpPr>
        <p:spPr>
          <a:xfrm>
            <a:off x="5543261" y="3629497"/>
            <a:ext cx="2167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ISR attestation steps</a:t>
            </a:r>
          </a:p>
        </p:txBody>
      </p:sp>
      <p:sp>
        <p:nvSpPr>
          <p:cNvPr id="801" name="Rectangle 800">
            <a:extLst>
              <a:ext uri="{FF2B5EF4-FFF2-40B4-BE49-F238E27FC236}">
                <a16:creationId xmlns:a16="http://schemas.microsoft.com/office/drawing/2014/main" id="{B2B72E21-2F6F-60B6-7A76-A986B801797F}"/>
              </a:ext>
            </a:extLst>
          </p:cNvPr>
          <p:cNvSpPr/>
          <p:nvPr/>
        </p:nvSpPr>
        <p:spPr>
          <a:xfrm>
            <a:off x="5277793" y="4021439"/>
            <a:ext cx="475488" cy="1920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2" name="TextBox 801">
            <a:extLst>
              <a:ext uri="{FF2B5EF4-FFF2-40B4-BE49-F238E27FC236}">
                <a16:creationId xmlns:a16="http://schemas.microsoft.com/office/drawing/2014/main" id="{8394A348-5780-67ED-7761-1F252A7E8340}"/>
              </a:ext>
            </a:extLst>
          </p:cNvPr>
          <p:cNvSpPr txBox="1"/>
          <p:nvPr/>
        </p:nvSpPr>
        <p:spPr>
          <a:xfrm>
            <a:off x="5676369" y="3917895"/>
            <a:ext cx="2455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Multi-task attestation steps</a:t>
            </a:r>
          </a:p>
        </p:txBody>
      </p:sp>
      <p:sp>
        <p:nvSpPr>
          <p:cNvPr id="803" name="Rectangle 802">
            <a:extLst>
              <a:ext uri="{FF2B5EF4-FFF2-40B4-BE49-F238E27FC236}">
                <a16:creationId xmlns:a16="http://schemas.microsoft.com/office/drawing/2014/main" id="{53549860-0158-2796-5C28-93F6691865A6}"/>
              </a:ext>
            </a:extLst>
          </p:cNvPr>
          <p:cNvSpPr/>
          <p:nvPr/>
        </p:nvSpPr>
        <p:spPr>
          <a:xfrm>
            <a:off x="5067157" y="3549327"/>
            <a:ext cx="3218546" cy="856292"/>
          </a:xfrm>
          <a:prstGeom prst="rect">
            <a:avLst/>
          </a:prstGeom>
          <a:noFill/>
          <a:ln w="22225">
            <a:solidFill>
              <a:schemeClr val="tx1">
                <a:lumMod val="65000"/>
                <a:lumOff val="3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7F4FC86B-3C4A-0FA6-67C1-BEC7DC936568}"/>
              </a:ext>
            </a:extLst>
          </p:cNvPr>
          <p:cNvCxnSpPr>
            <a:stCxn id="745" idx="3"/>
          </p:cNvCxnSpPr>
          <p:nvPr/>
        </p:nvCxnSpPr>
        <p:spPr>
          <a:xfrm flipV="1">
            <a:off x="3326422" y="2910114"/>
            <a:ext cx="1890159" cy="592876"/>
          </a:xfrm>
          <a:prstGeom prst="bentConnector3">
            <a:avLst>
              <a:gd name="adj1" fmla="val 74188"/>
            </a:avLst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AA4AD833-375A-342A-4754-B8EBE9F083E6}"/>
              </a:ext>
            </a:extLst>
          </p:cNvPr>
          <p:cNvGrpSpPr/>
          <p:nvPr/>
        </p:nvGrpSpPr>
        <p:grpSpPr>
          <a:xfrm>
            <a:off x="3384793" y="3246610"/>
            <a:ext cx="193363" cy="276999"/>
            <a:chOff x="4666818" y="5181094"/>
            <a:chExt cx="193363" cy="276999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A796439-3088-F992-9654-773158BD4DCA}"/>
                </a:ext>
              </a:extLst>
            </p:cNvPr>
            <p:cNvSpPr/>
            <p:nvPr/>
          </p:nvSpPr>
          <p:spPr>
            <a:xfrm>
              <a:off x="4702696" y="5252214"/>
              <a:ext cx="157485" cy="14121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81BF90-C181-C436-5C68-E22CF89F2000}"/>
                </a:ext>
              </a:extLst>
            </p:cNvPr>
            <p:cNvSpPr txBox="1"/>
            <p:nvPr/>
          </p:nvSpPr>
          <p:spPr>
            <a:xfrm>
              <a:off x="4666818" y="5181094"/>
              <a:ext cx="1574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0A04AB0-C799-D9BB-C178-BC0FCD4C5098}"/>
              </a:ext>
            </a:extLst>
          </p:cNvPr>
          <p:cNvSpPr txBox="1"/>
          <p:nvPr/>
        </p:nvSpPr>
        <p:spPr>
          <a:xfrm>
            <a:off x="3158563" y="3191170"/>
            <a:ext cx="1526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Task Completion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96</Words>
  <Application>Microsoft Macintosh PowerPoint</Application>
  <PresentationFormat>Custom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Armanuzzaman, MD</cp:lastModifiedBy>
  <cp:revision>12</cp:revision>
  <cp:lastPrinted>2026-09-02T05:26:18Z</cp:lastPrinted>
  <dcterms:created xsi:type="dcterms:W3CDTF">2013-01-27T09:14:16Z</dcterms:created>
  <dcterms:modified xsi:type="dcterms:W3CDTF">2026-09-25T23:01:29Z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3649dc-6fee-4eb8-a128-734c3c842ea8_Enabled">
    <vt:lpwstr>true</vt:lpwstr>
  </property>
  <property fmtid="{D5CDD505-2E9C-101B-9397-08002B2CF9AE}" pid="3" name="MSIP_Label_b73649dc-6fee-4eb8-a128-734c3c842ea8_SetDate">
    <vt:lpwstr>2026-09-01T16:39:16Z</vt:lpwstr>
  </property>
  <property fmtid="{D5CDD505-2E9C-101B-9397-08002B2CF9AE}" pid="4" name="MSIP_Label_b73649dc-6fee-4eb8-a128-734c3c842ea8_Method">
    <vt:lpwstr>Standard</vt:lpwstr>
  </property>
  <property fmtid="{D5CDD505-2E9C-101B-9397-08002B2CF9AE}" pid="5" name="MSIP_Label_b73649dc-6fee-4eb8-a128-734c3c842ea8_Name">
    <vt:lpwstr>defa4170-0d19-0005-0004-bc88714345d2</vt:lpwstr>
  </property>
  <property fmtid="{D5CDD505-2E9C-101B-9397-08002B2CF9AE}" pid="6" name="MSIP_Label_b73649dc-6fee-4eb8-a128-734c3c842ea8_SiteId">
    <vt:lpwstr>857c21d2-1a16-43a4-90cf-d57f3fab9d2f</vt:lpwstr>
  </property>
  <property fmtid="{D5CDD505-2E9C-101B-9397-08002B2CF9AE}" pid="7" name="MSIP_Label_b73649dc-6fee-4eb8-a128-734c3c842ea8_ActionId">
    <vt:lpwstr>0ba5f433-31fd-499e-b2b4-4e9fe9aefcb3</vt:lpwstr>
  </property>
  <property fmtid="{D5CDD505-2E9C-101B-9397-08002B2CF9AE}" pid="8" name="MSIP_Label_b73649dc-6fee-4eb8-a128-734c3c842ea8_ContentBits">
    <vt:lpwstr>0</vt:lpwstr>
  </property>
  <property fmtid="{D5CDD505-2E9C-101B-9397-08002B2CF9AE}" pid="9" name="MSIP_Label_b73649dc-6fee-4eb8-a128-734c3c842ea8_Tag">
    <vt:lpwstr>50, 3, 0, 1</vt:lpwstr>
  </property>
</Properties>
</file>